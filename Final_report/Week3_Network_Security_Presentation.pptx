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ADVANCED CYBERSECURITY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D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Assessment, Traffic Analysis, Vulnerability Assessment &amp; Hardening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3429000"/>
            <a:ext cx="1188720" cy="45720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PAILACHUKKA SUSMITHA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 — DG Interns Hub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focused on a real-world network security assessment performed entirely inside an authorized, isolated VirtualBox lab — moving through the full assessment lifecycle from discovery to verified hardening.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23317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service discovery with Nmap (default, SYN, UDP, OS, and NSE vuln scans)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05409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9900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Packet-level traffic analysis with Wireshark (DNS, TCP, UDP, ICMP, ARP)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71246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712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36484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scan activity with captured traffic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37083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370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risk-classifying security findings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65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hardening measures and verifying the result with before/after scans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6608"/>
                </a:solidFill>
              </a:rPr>
              <a:t>All scanning and traffic analysis was performed only against an authorized local VirtualBox lab — no public or third-party systems were tested.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Architecture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11, with Nmap 7.991 and Wireshark installed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VirtualBox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Desktop — 192.168.56.101 (interface enp0s3)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 Host-Only adapter, 192.168.56.0/24 (isolated, no external routing)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discovered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192.168.56.1 (gateway), .100 (another VM adapter), .101 (target)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Nmap scans issued from the Windows host toward the Ubuntu VM; Wireshark captured traffic on the Windows host's own network interface.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37160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7.991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port scanning, service/version &amp; OS detection, NSE scripts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1874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and traffic analysis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VirtualBox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Host-Only lab virtualization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88036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Desktop VM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scan/capture target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3891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498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5800" y="4892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running Nmap &amp; Wireshark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43891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498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92240" y="4892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submission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Assessment — Summary of Results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discovery (-sn)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hosts up on 192.168.56.0/24 (.1 gateway, .100, .101 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/ -sV / -sS scans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1,000 default TCP ports closed — no open TCP services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detection (-O)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— Nmap flagged the result unreliable, no exact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top-20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20 common UDP ports 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vuln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vulnerabilities reported — no open services to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UDP 5353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open|filtered (mDNS/Avahi) — not a confirmed open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Key takeaway: the default port set was clean; the one real finding (Avahi/UDP 5353) only became clear by combining Nmap with host-level evidence.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Analysis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Traffic was captured on the Windows host's active network interface across two sessions (~3,105 and ~2,567 packets), covering all five required protocol types: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235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to Google/Microsoft/Bing API domains — normal background traffic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handshakes and RST teardowns on port 443 — routine HTTPS behaviour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DNS-over-UDP and QUIC traffic to CDN/telemetry domains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ICMPv6 Neighbor Solicitation/Advertisement — normal IPv6 housekeeping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address-resolution requests on the host's local 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No malicious activity was identified in any captured traffic; all observations were consistent with normal OS and browser background behaviour.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+ Wireshark Investigation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 SYN scan (nmap -sS 192.168.56.101) was run to correlate Nmap results with packet-level behaviour.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Wireshark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open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SYN/ACK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appears reachable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closed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RST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but not accepting connections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/ no response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expected response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firewall or filtering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14800"/>
            <a:ext cx="11247120" cy="1554480"/>
          </a:xfrm>
          <a:prstGeom prst="roundRect">
            <a:avLst>
              <a:gd name="adj" fmla="val 2941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2062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608"/>
                </a:solidFill>
              </a:rPr>
              <a:t>Evidence gap, stated honestly: the Wireshark captures available show general host traffic, not packets specifically to/from 192.168.56.101 during the scan. Since the actual SYN scan found all ports closed, the expected signature (SYN → RST) is documented as reference methodology rather than a fabricated packet-level match.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Findings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3108960"/>
        </p:xfrm>
        <a:graphic>
          <a:graphicData uri="http://schemas.openxmlformats.org/drawingml/2006/table">
            <a:tbl>
              <a:tblPr/>
              <a:tblGrid>
                <a:gridCol w="731520"/>
                <a:gridCol w="7955280"/>
                <a:gridCol w="25603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mDNS/Avahi exposure (UDP 5353)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UFW firewall initially inactive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Ubuntu package updates (9 packages)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scan ambiguity (open|filtered results)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Unnecessary services increase attack surface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</a:rPr>
              <a:t>All findings are supported by direct Nmap output or Ubuntu host-level command evidence (ss, systemctl, apt) — none are assumed.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/ Risk Assessment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Reasoning behind the risk ratings: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7335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(not High): no finding showed a directly exploitable remote path in the evidence — these are exposure/hygiene gaps, not active compromises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5059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(not Low): each finding is either unnecessary exposure (Avahi), a missing standard control (UFW), or a known-patch gap (updates)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22783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Nmap's open|filtered state was never treated as a confirmed open port — host-level evidence (ss, systemctl) was required to confirm exposure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11247120" cy="164592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434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0C3"/>
                </a:solidFill>
              </a:rPr>
              <a:t>Overall impact if unaddressed: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7548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A"/>
                </a:solidFill>
              </a:rPr>
              <a:t>An unnecessary listening service, an inactive firewall, and unpatched packages compound: any one of them individually is minor, but together they widen the window for a future misconfiguration or newly-discovered flaw to become reachable.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 Performed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4630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463040"/>
            <a:ext cx="109728" cy="1280160"/>
          </a:xfrm>
          <a:prstGeom prst="rect">
            <a:avLst/>
          </a:prstGeom>
          <a:solidFill>
            <a:srgbClr val="1B7A3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00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✔ UFW enabled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sudo ufw enable — default deny incoming, allow outgoing, active at startup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71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971800"/>
            <a:ext cx="109728" cy="1280160"/>
          </a:xfrm>
          <a:prstGeom prst="rect">
            <a:avLst/>
          </a:prstGeom>
          <a:solidFill>
            <a:srgbClr val="1B7A3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108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✔ Avahi/mDNS disabled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520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systemctl disable --now avahi-daemon [.socket] — confirmed inactive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48056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480560"/>
            <a:ext cx="109728" cy="1280160"/>
          </a:xfrm>
          <a:prstGeom prst="rect">
            <a:avLst/>
          </a:prstGeom>
          <a:solidFill>
            <a:srgbClr val="1B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✔ Package updates reviewed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5029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apt update / apt upgrade -y — 9 pending packages identified and addressed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572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— deny incoming / allow outgoing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Avahi/mDNS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Listening on UDP 5353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inactive (systemctl)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TCP scan (1,000 ports)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closed — RST sent for each probe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filtered — no response (silently dropped)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updates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packages 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commands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E7F0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49834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</a:rPr>
              <a:t>The shift from closed (reset) to filtered (no-response) is direct, measurable evidence that UFW is now actively intercepting probe traffic — the clearest before/after signal in the assessment.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Advanced Cybersecurity Assessment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3/watermark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66928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32588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Maintain an active host-based firewall (UFW) with default-deny-incoming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1856232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190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Disable unnecessary services such as mDNS/Avahi where not required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2386584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24942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OS and application security updates regularly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94360" y="2916936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7797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Periodically scan authorized systems for unexpected exposed services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94360" y="3447288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3101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 traffic and investigate anomalies without assuming malice first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0C3"/>
                </a:solidFill>
              </a:rPr>
              <a:t>DISCOVER  →  ENUMERATE  →  CAPTURE  →  ANALYZE  →  ASSESS  →  HARDEN  →  VERIFY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E4EC"/>
                </a:solidFill>
              </a:rPr>
              <a:t>Week 3 walked through the full assessment lifecycle end-to-end: a clean baseline scan, one genuine finding surfaced only by combining Nmap with host-level evidence, and a measurable, verified improvement in the system's external footprint after hardening.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C8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2026-09-08T11:27:20Z</dcterms:created>
  <dcterms:modified xsi:type="dcterms:W3CDTF">2026-09-08T11:27:20Z</dcterms:modified>
</cp:coreProperties>
</file>